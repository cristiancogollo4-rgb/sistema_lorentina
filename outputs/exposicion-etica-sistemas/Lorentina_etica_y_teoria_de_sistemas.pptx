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3"/>
          </a:solidFill>
          <a:ln w="12700">
            <a:solidFill>
              <a:srgbClr val="FFF8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0"/>
            <a:ext cx="3822192" cy="6858000"/>
          </a:xfrm>
          <a:prstGeom prst="rect">
            <a:avLst/>
          </a:prstGeom>
          <a:solidFill>
            <a:srgbClr val="4B2D2A"/>
          </a:solidFill>
          <a:ln w="12700">
            <a:solidFill>
              <a:srgbClr val="4B2D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594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A6A"/>
                </a:solidFill>
              </a:rPr>
              <a:t>LORENTINA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6583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4B2D2A"/>
                </a:solidFill>
              </a:rPr>
              <a:t>Ética profesional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4B2D2A"/>
                </a:solidFill>
              </a:rPr>
              <a:t>&amp; teoría de sistemas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13232" y="3401568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96779"/>
                </a:solidFill>
              </a:rPr>
              <a:t>Material de apoyo para sustentar el proyecto como un sistema responsable de producción, ventas, inventario y nómina.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87968" y="5349240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Proyecto Lorentina</a:t>
            </a:r>
            <a:endParaRPr lang="en-US" sz="1600" dirty="0"/>
          </a:p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Exposición académica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2D2A"/>
                </a:solidFill>
              </a:rPr>
              <a:t>1. ¿Qué problema resuelve?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76656" y="10424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779"/>
                </a:solidFill>
              </a:rPr>
              <a:t>La ética parte de ordenar la operación para evitar errores y decisiones injustas.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41248" y="1691640"/>
            <a:ext cx="658368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</a:rPr>
              <a:t>Antes: información dispersa entre ventas, inventario, producción y pagos.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</a:rPr>
              <a:t>Riesgo: vender sin stock, perder trazabilidad de órdenes o pagar de forma imprecisa.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</a:rPr>
              <a:t>Solución: una plataforma que conecta procesos y deja evidencia de cada operación.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F2933"/>
                </a:solidFill>
              </a:rPr>
              <a:t>Resultado esperado: control administrativo, responsabilidad por rol y datos para decidir.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45820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A6A"/>
                </a:solidFill>
              </a:rPr>
              <a:t>Idea clave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58200" y="1993392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B2D2A"/>
                </a:solidFill>
              </a:rPr>
              <a:t>Un sistema ético no solo funciona: permite explicar quién hizo qué, cuándo y con qué impacto.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LORENTINA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9284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8A6A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2D2A"/>
                </a:solidFill>
              </a:rPr>
              <a:t>2. Flujo del sistema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76656" y="10424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779"/>
                </a:solidFill>
              </a:rPr>
              <a:t>Lectura desde teoría de sistemas: entrada, proceso, salida y retroalimentación.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3970">
            <a:solidFill>
              <a:srgbClr val="E7D8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57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A6A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2578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D2A"/>
                </a:solidFill>
              </a:rPr>
              <a:t>Entrada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999232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6779"/>
                </a:solidFill>
              </a:rPr>
              <a:t>Clientes, empleados, productos, tarifas, stock y pedidos.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63824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88A6A"/>
                </a:solidFill>
              </a:rPr>
              <a:t>→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520440" y="18745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3970">
            <a:solidFill>
              <a:srgbClr val="E7D8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85032" y="2057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A6A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85032" y="2578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D2A"/>
                </a:solidFill>
              </a:rPr>
              <a:t>Proceso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85032" y="2999232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6779"/>
                </a:solidFill>
              </a:rPr>
              <a:t>Ventas, órdenes, asignación, tareas móviles, traslados y nómina.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52744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88A6A"/>
                </a:solidFill>
              </a:rPr>
              <a:t>→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3970">
            <a:solidFill>
              <a:srgbClr val="E7D8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057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A6A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73952" y="2578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D2A"/>
                </a:solidFill>
              </a:rPr>
              <a:t>Salida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3952" y="2999232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6779"/>
                </a:solidFill>
              </a:rPr>
              <a:t>Inventario actualizado, ventas registradas, órdenes cerradas y pagos.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41664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B88A6A"/>
                </a:solidFill>
              </a:rPr>
              <a:t>→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098280" y="1874520"/>
            <a:ext cx="23317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3970">
            <a:solidFill>
              <a:srgbClr val="E7D8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205740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A6A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62872" y="257860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D2A"/>
                </a:solidFill>
              </a:rPr>
              <a:t>Retroalimentación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62872" y="2999232"/>
            <a:ext cx="19385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6779"/>
                </a:solidFill>
              </a:rPr>
              <a:t>Dashboard con métricas, pendientes, ventas y alertas operativas.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5840" y="4919472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6F5E"/>
                </a:solidFill>
              </a:rPr>
              <a:t>Sistema abierto: recibe información del negocio, la transforma en procesos y devuelve resultados para controlar la operación.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LORENTINA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9284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8A6A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2D2A"/>
                </a:solidFill>
              </a:rPr>
              <a:t>3. Subsistemas conectados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76656" y="10424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779"/>
                </a:solidFill>
              </a:rPr>
              <a:t>Cada capa tiene una responsabilidad clara dentro del flujo de datos.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536192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4B2D2A"/>
          </a:solidFill>
          <a:ln w="12700">
            <a:solidFill>
              <a:srgbClr val="4B2D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2763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Frontend web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2971800" y="156362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</a:rPr>
              <a:t>Administra clientes, ventas, stock, fabricación, nómina y reportes.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157984"/>
            <a:ext cx="9692640" cy="0"/>
          </a:xfrm>
          <a:prstGeom prst="line">
            <a:avLst/>
          </a:prstGeom>
          <a:noFill/>
          <a:ln w="11430">
            <a:solidFill>
              <a:srgbClr val="EFE3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496312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58775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Backend Laravel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971800" y="252374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</a:rPr>
              <a:t>Valida reglas de negocio, guarda datos y calcula estados, stock y pagos.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118104"/>
            <a:ext cx="9692640" cy="0"/>
          </a:xfrm>
          <a:prstGeom prst="line">
            <a:avLst/>
          </a:prstGeom>
          <a:noFill/>
          <a:ln w="11430">
            <a:solidFill>
              <a:srgbClr val="EFE3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456432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54787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App móvil Kotlin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2971800" y="348386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</a:rPr>
              <a:t>Permite al operario consultar y cerrar tareas asignadas.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4078224"/>
            <a:ext cx="9692640" cy="0"/>
          </a:xfrm>
          <a:prstGeom prst="line">
            <a:avLst/>
          </a:prstGeom>
          <a:noFill/>
          <a:ln w="11430">
            <a:solidFill>
              <a:srgbClr val="EFE3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416552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B88A6A"/>
          </a:solidFill>
          <a:ln w="12700">
            <a:solidFill>
              <a:srgbClr val="B88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50799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Base de datos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2971800" y="444398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3"/>
                </a:solidFill>
              </a:rPr>
              <a:t>Funciona como memoria del sistema y soporte de trazabilidad.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22960" y="5038344"/>
            <a:ext cx="9692640" cy="0"/>
          </a:xfrm>
          <a:prstGeom prst="line">
            <a:avLst/>
          </a:prstGeom>
          <a:noFill/>
          <a:ln w="11430">
            <a:solidFill>
              <a:srgbClr val="EFE3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669280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B2D2A"/>
                </a:solidFill>
              </a:rPr>
              <a:t>La calidad ética depende de que cada subsistema haga bien su parte y no rompa la cadena de responsabilidad.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LORENTINA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8A6A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2D2A"/>
                </a:solidFill>
              </a:rPr>
              <a:t>4. Componente ético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76656" y="10424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779"/>
                </a:solidFill>
              </a:rPr>
              <a:t>Principios que puedes defender ante la materia de ética profesional.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7190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B2D2A"/>
                </a:solidFill>
              </a:rPr>
              <a:t>Transparencia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2157984"/>
            <a:ext cx="4114800" cy="0"/>
          </a:xfrm>
          <a:prstGeom prst="line">
            <a:avLst/>
          </a:prstGeom>
          <a:noFill/>
          <a:ln w="25400">
            <a:solidFill>
              <a:srgbClr val="B88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96779"/>
                </a:solidFill>
              </a:rPr>
              <a:t>Operaciones registradas con datos verificables.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7190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B2D2A"/>
                </a:solidFill>
              </a:rPr>
              <a:t>Responsabilidad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263640" y="2157984"/>
            <a:ext cx="4114800" cy="0"/>
          </a:xfrm>
          <a:prstGeom prst="line">
            <a:avLst/>
          </a:prstGeom>
          <a:noFill/>
          <a:ln w="25400">
            <a:solidFill>
              <a:srgbClr val="B88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2377440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96779"/>
                </a:solidFill>
              </a:rPr>
              <a:t>Tareas asignadas y cerradas por el usuario correcto.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B2D2A"/>
                </a:solidFill>
              </a:rPr>
              <a:t>Justicia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68680" y="4142232"/>
            <a:ext cx="4114800" cy="0"/>
          </a:xfrm>
          <a:prstGeom prst="line">
            <a:avLst/>
          </a:prstGeom>
          <a:noFill/>
          <a:ln w="25400">
            <a:solidFill>
              <a:srgbClr val="B88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36168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96779"/>
                </a:solidFill>
              </a:rPr>
              <a:t>Nómina calculada con reglas visibles y medibles.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37033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B2D2A"/>
                </a:solidFill>
              </a:rPr>
              <a:t>Privacidad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263640" y="4142232"/>
            <a:ext cx="4114800" cy="0"/>
          </a:xfrm>
          <a:prstGeom prst="line">
            <a:avLst/>
          </a:prstGeom>
          <a:noFill/>
          <a:ln w="25400">
            <a:solidFill>
              <a:srgbClr val="B88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436168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96779"/>
                </a:solidFill>
              </a:rPr>
              <a:t>Uso de datos necesarios para operar, separados por rol.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LORENTINA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9284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8A6A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2D2A"/>
                </a:solidFill>
              </a:rPr>
              <a:t>5. Riesgos y controles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76656" y="10424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779"/>
                </a:solidFill>
              </a:rPr>
              <a:t>La evaluación ética mejora cuando el proyecto reconoce riesgos y muestra mitigaciones.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</a:rPr>
              <a:t>Riesgo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807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5E"/>
                </a:solidFill>
              </a:rPr>
              <a:t>Control implementado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47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Vender productos sin stock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257800" y="1828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8A6A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80760" y="184708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Validación de disponibilidad antes de guardar la venta.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9738360" cy="0"/>
          </a:xfrm>
          <a:prstGeom prst="line">
            <a:avLst/>
          </a:prstGeom>
          <a:noFill/>
          <a:ln w="10160">
            <a:solidFill>
              <a:srgbClr val="EFE3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715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Cerrar tareas incorrectas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257800" y="26974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8A6A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80760" y="27157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Backend valida etapa y empleado asignado.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3246120"/>
            <a:ext cx="9738360" cy="0"/>
          </a:xfrm>
          <a:prstGeom prst="line">
            <a:avLst/>
          </a:prstGeom>
          <a:noFill/>
          <a:ln w="10160">
            <a:solidFill>
              <a:srgbClr val="EFE3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584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Pagar de forma imprecisa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257800" y="3566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8A6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80760" y="358444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Cálculo por rol, pares terminados, ventas y periodo.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14400" y="4114800"/>
            <a:ext cx="9738360" cy="0"/>
          </a:xfrm>
          <a:prstGeom prst="line">
            <a:avLst/>
          </a:prstGeom>
          <a:noFill/>
          <a:ln w="10160">
            <a:solidFill>
              <a:srgbClr val="EFE3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53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Usar datos innecesarios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57800" y="4434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8A6A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80760" y="445312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</a:rPr>
              <a:t>Separación de vistas y datos según rol operativo.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914400" y="4983480"/>
            <a:ext cx="9738360" cy="0"/>
          </a:xfrm>
          <a:prstGeom prst="line">
            <a:avLst/>
          </a:prstGeom>
          <a:noFill/>
          <a:ln w="10160">
            <a:solidFill>
              <a:srgbClr val="EFE3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446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LORENTINA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9284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8A6A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4B2D2A"/>
                </a:solidFill>
              </a:rPr>
              <a:t>6. Cómo explicarlo en la exposición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76656" y="10424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779"/>
                </a:solidFill>
              </a:rPr>
              <a:t>Guion corto para conectar las dos materias sin mezclarlo con la funcionalidad del sistema.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960120" y="1664208"/>
            <a:ext cx="932688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Primero muestro que Lorentina resuelve un problema real de coordinación empresarial.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Luego explico el flujo como sistema abierto: entradas, procesos, salidas y retroalimentación.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Después presento los principios éticos: transparencia, responsabilidad, justicia y privacidad.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</a:rPr>
              <a:t>Cierro demostrando que las validaciones técnicas son también controles éticos.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8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LORENTINA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92840" y="64190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8A6A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B2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A6A"/>
                </a:solidFill>
              </a:rPr>
              <a:t>Mensaje final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874520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Lorentina no es solo una aplicación: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es un sistema de trazabilidad para trabajar con responsabilidad.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470916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E8DD"/>
                </a:solidFill>
              </a:rPr>
              <a:t>Ética profesional: decisiones justas y responsables.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E8DD"/>
                </a:solidFill>
              </a:rPr>
              <a:t>Teoría de sistemas: flujo integrado con retroalimentación.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55680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8A6A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Lorentina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Etica profesional y teoria de sistemas - Lorentina</dc:title>
  <dc:subject>Componente etico y flujo sistemico del proyecto Lorentina</dc:subject>
  <dc:creator>Lorentina</dc:creator>
  <cp:lastModifiedBy>Lorentina</cp:lastModifiedBy>
  <cp:revision>1</cp:revision>
  <dcterms:created xsi:type="dcterms:W3CDTF">2026-05-14T06:07:05Z</dcterms:created>
  <dcterms:modified xsi:type="dcterms:W3CDTF">2026-05-14T06:07:05Z</dcterms:modified>
</cp:coreProperties>
</file>